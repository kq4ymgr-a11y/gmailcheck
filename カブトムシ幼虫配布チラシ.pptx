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E6F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260000"/>
          </a:xfrm>
          <a:prstGeom prst="rect">
            <a:avLst/>
          </a:prstGeom>
          <a:solidFill>
            <a:srgbClr val="227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72000"/>
            <a:ext cx="1033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BIZ UDPGothic"/>
              </a:rPr>
              <a:t>🪲　カブトムシの幼虫　無料配布中　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368000"/>
            <a:ext cx="99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22640A"/>
                </a:solidFill>
                <a:latin typeface="BIZ UDPGothic"/>
              </a:rPr>
              <a:t>ご自由にお持ちください！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376000"/>
            <a:ext cx="342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0" b="0">
                <a:solidFill>
                  <a:srgbClr val="000000"/>
                </a:solidFill>
                <a:latin typeface="BIZ UDPGothic"/>
              </a:rPr>
              <a:t>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3888000"/>
            <a:ext cx="342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0" b="0">
                <a:solidFill>
                  <a:srgbClr val="000000"/>
                </a:solidFill>
                <a:latin typeface="BIZ UDPGothic"/>
              </a:rPr>
              <a:t>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0000" y="2376000"/>
            <a:ext cx="612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>🌿  今年の夏、カブトムシを育ててみませんか？</a:t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/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>🪱  幼虫の状態でお渡しします（腐葉土入りカップ）</a:t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/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>🌳  お子様の自由研究や夏の思い出づくりに！</a:t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/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>📦  数に限りがありますのでお早めにどうぞ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940000"/>
            <a:ext cx="10692000" cy="1620000"/>
          </a:xfrm>
          <a:prstGeom prst="rect">
            <a:avLst/>
          </a:prstGeom>
          <a:solidFill>
            <a:srgbClr val="227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" y="6192000"/>
            <a:ext cx="997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BIZ UDPGothic"/>
              </a:rPr>
              <a:t>岩瀬スポーツ公園管理事務所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000" y="1260000"/>
            <a:ext cx="10404000" cy="4536000"/>
          </a:xfrm>
          <a:prstGeom prst="rect">
            <a:avLst/>
          </a:prstGeom>
          <a:noFill/>
          <a:ln w="25400">
            <a:solidFill>
              <a:srgbClr val="227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