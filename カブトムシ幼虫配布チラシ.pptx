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E6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1260000"/>
          </a:xfrm>
          <a:prstGeom prst="rect">
            <a:avLst/>
          </a:prstGeom>
          <a:solidFill>
            <a:srgbClr val="22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033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IZ UDPGothic"/>
              </a:rPr>
              <a:t>🪲　カブトムシの幼虫　無料配布中　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997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640A"/>
                </a:solidFill>
                <a:latin typeface="BIZ UDPGothic"/>
              </a:rPr>
              <a:t>ご自由にお持ちください！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592000"/>
            <a:ext cx="36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000000"/>
                </a:solidFill>
                <a:latin typeface="BIZ UDPGothic"/>
              </a:rPr>
              <a:t>🐛
🥚🌱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1440000"/>
            <a:ext cx="59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>🌿  今年の夏、カブトムシを育ててみませんか？</a:t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/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>🪱  幼虫の状態でお渡しします（腐葉土入りカップ）</a:t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/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>🌳  お子様の自由研究や夏の思い出づくりに！</a:t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/>
            </a:r>
          </a:p>
          <a:p>
            <a:pPr algn="l"/>
            <a:r>
              <a:rPr sz="1700" b="0">
                <a:solidFill>
                  <a:srgbClr val="1E500A"/>
                </a:solidFill>
                <a:latin typeface="BIZ UDPGothic"/>
              </a:rPr>
              <a:t>📦  数に限りがありますのでお早めにどうぞ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0000"/>
            <a:ext cx="10692000" cy="1440000"/>
          </a:xfrm>
          <a:prstGeom prst="rect">
            <a:avLst/>
          </a:prstGeom>
          <a:solidFill>
            <a:srgbClr val="22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192000"/>
            <a:ext cx="99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B4"/>
                </a:solidFill>
                <a:latin typeface="BIZ UDPGothic"/>
              </a:rPr>
              <a:t>【 お問い合わせ・お持ち帰り場所 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6660000"/>
            <a:ext cx="997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BIZ UDPGothic"/>
              </a:rPr>
              <a:t>📍 場所：玄関前に置いてあります　　📞 連絡先：kq4ymgr@gmail.com
🗓 期間：数がなくなり次第終了　　　🕐 お持ち帰り：いつでもどうぞ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" y="1332000"/>
            <a:ext cx="10404000" cy="4644000"/>
          </a:xfrm>
          <a:prstGeom prst="rect">
            <a:avLst/>
          </a:prstGeom>
          <a:noFill/>
          <a:ln w="25400">
            <a:solidFill>
              <a:srgbClr val="22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