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4630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1406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"/>
              </a:rPr>
              <a:t>🪲  カブトムシの幼虫、配布中！  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0689336" cy="54864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01406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5E20"/>
                </a:solidFill>
                <a:latin typeface="Meiryo"/>
              </a:rPr>
              <a:t>ご自由にお持ちください！  数に限りがあります。お早めに！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48840"/>
            <a:ext cx="2926080" cy="4114800"/>
          </a:xfrm>
          <a:prstGeom prst="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3317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000000"/>
                </a:solidFill>
                <a:latin typeface="Meiryo"/>
              </a:rPr>
              <a:t>🥚
🪱
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257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Meiryo"/>
              </a:rPr>
              <a:t>かわいい幼虫たち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48840"/>
            <a:ext cx="6940296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31720"/>
            <a:ext cx="17373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Meiryo"/>
              </a:rPr>
              <a:t>📦  数 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4837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Meiryo"/>
              </a:rPr>
              <a:t>1人 2〜3匹まで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081528"/>
            <a:ext cx="17373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08152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Meiryo"/>
              </a:rPr>
              <a:t>🌿  状 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035808"/>
            <a:ext cx="4837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Meiryo"/>
              </a:rPr>
              <a:t>元気な幼虫（2令〜3令）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831336"/>
            <a:ext cx="17373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831336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Meiryo"/>
              </a:rPr>
              <a:t>🪣  容 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785616"/>
            <a:ext cx="4837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Meiryo"/>
              </a:rPr>
              <a:t>ご持参いただくか、
    ご相談ください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4581144"/>
            <a:ext cx="17373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58114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Meiryo"/>
              </a:rPr>
              <a:t>🪵  エ 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535424"/>
            <a:ext cx="4837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Meiryo"/>
              </a:rPr>
              <a:t>腐葉土・マットをお渡しします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5330952"/>
            <a:ext cx="173736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533095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Meiryo"/>
              </a:rPr>
              <a:t>📅  期 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5285232"/>
            <a:ext cx="4837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121"/>
                </a:solidFill>
                <a:latin typeface="Meiryo"/>
              </a:rPr>
              <a:t>なくなり次第終了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0689336" cy="11612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01406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✉  お問い合わせ・受け取り場所など、お気軽にご連絡ください！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989320"/>
            <a:ext cx="10140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555555"/>
                </a:solidFill>
                <a:latin typeface="Meiryo"/>
              </a:rPr>
              <a:t>※ カブトムシの成虫になったら、自然に返してあげてください 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